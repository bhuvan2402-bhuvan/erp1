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5912" cy="5303520"/>
          </a:xfrm>
          <a:prstGeom prst="roundRect">
            <a:avLst>
              <a:gd name="adj" fmla="val 5172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97280" y="15544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VVITU NSS ERP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2560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Institutional Resource Planning, Anti-Proxy Attendance &amp; Activity Auditing Portal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3291840"/>
            <a:ext cx="2331720" cy="128016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429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Monitoring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931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Evaluation &amp; YoY Trends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6160" y="3291840"/>
            <a:ext cx="2331720" cy="128016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3429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Audit &amp; Ledger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03320" y="3931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Budgets, Expenses &amp; Digital Receipts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3291840"/>
            <a:ext cx="2331720" cy="128016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3429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Anti-Proxy QR Attendance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3931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Camera Verification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503920" y="3291840"/>
            <a:ext cx="2331720" cy="128016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1080" y="342900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Unit-Wise Event Operations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41080" y="3931920"/>
            <a:ext cx="2057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Photos &amp; Lightbox Galleries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Production Portal: https://erp-tan-six.vercel.app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Core Motivation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the operational gaps in institutional volunteering drives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Traditional Operations &amp; Pain Points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0292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Proxy Attendance &amp; Fraud: Unverifiable paper sign-in sheets or forwarded QR screenshots.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Scattered Financial Records: Receipts stored in personal chats with zero budget accountability.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Missing Academic Year Trends: No historical data to track YoY volunteering growth.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Fragmented Photo Archives: Event photos scattered across social media without attribution.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Approvals: Slow manual paper registration without real-time quotas.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VVITU NSS ERP Ecosystem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103120"/>
            <a:ext cx="50292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Anti-Proxy QR Gate: Dynamic time-sensitive QR codes with mobile camera presence verification.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Centralized Financial Ledger: Itemized budgets, expense meters, proof receipts &amp; 1-click audit CSVs.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AY Monitoring Engine: 5-Year historical analysis, department rankings &amp; accreditation compliance.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Unit-Wise Media Hub: Client-compressed photo uploads, unit badges &amp; public lightbox galleries.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 Governance &amp; Quotas: Strict quotas (4 Admins | 15 Faculty | 20 Coordinators).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Technology Stack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serverless cloud infrastructure built for speed and resilience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457200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Layer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194560"/>
            <a:ext cx="2377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Next.js 14 App Router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18 &amp; Server Components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Tailwind CSS Design System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Lucide React Icons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463040"/>
            <a:ext cx="2651760" cy="457200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Auth Gate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2194560"/>
            <a:ext cx="2377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Edge Route Middleware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HTTPOnly Signed JWTs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Google OAuth 2.0 (PKCE)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IP Rate-Limiting Engine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651760" cy="457200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Realtime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2194560"/>
            <a:ext cx="2377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Supabase PostgreSQL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Prisma ORM v5.22 Schema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Transaction Connection Pooling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Supabase Realtime Websockets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52560" y="1463040"/>
            <a:ext cx="2651760" cy="457200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972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CI/CD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2194560"/>
            <a:ext cx="2377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Vercel Edge Serverless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CDN Edge Caching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Self-Destructing Cache Buster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GitHub Deployments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 &amp; Governance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Hard-capped account quotas ensuring operational integrity and verified hierarchy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91672" cy="1051560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00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 (Max 4)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Master Oversight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840480" y="164592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 Platform Governance   •   ✔ Academic Year Monitoring   •   ✔ Master Financial Audit &amp; Budgets   •   ✔ User Role Approvals &amp; Quotas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606040"/>
            <a:ext cx="11091672" cy="1051560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Coordinator (Max 15)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108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Branch Officers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0" y="278892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Branch-Scoped Volunteer Auditing   •   ✔ Unit Campaign Creation &amp; Photos   •   ✔ Branch Financial Ledger Entries   •   ✔ Sign-up Approvals for Department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1672" cy="1051560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886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Coordinator (Max 20)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251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Volunteer Leads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840480" y="393192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Branch Volunteers Management   •   ✔ Custom Forms Builder &amp; Reviews   •   ✔ QR Attendance Verification   •   ✔ Performance Point Allotments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1091672" cy="1051560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029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Volunteer (Unlimited)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5394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Enrolled Students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40480" y="5074920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Event Registration &amp; Drive Feed   •   ✔ Mobile QR Attendance Scanner   •   ✔ myBharat ID &amp; Portfolio Transcript   •   ✔ 1:1 Grievance Box Submissions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1: Academic Year Monitoring Engine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multi-year evaluation, department benchmarking &amp; automated NAAC reports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Active Enrolled Volunteers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1,200+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Across 10 Academic Branches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Verified Service Hours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15,000+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52044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Avg 12.5 hrs / volunteer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Campaigns &amp; Drives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45+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Blood camps, rallies &amp; surveys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5256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Student Coordinators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972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20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18972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Active Branch Unit Leads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017520"/>
            <a:ext cx="11091672" cy="310896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2004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</a:rPr>
              <a:t>Key Innovations &amp; Capabilities: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3566160"/>
            <a:ext cx="10515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Interactive Academic Year Pills: Seamlessly switch between AY 2026-2027, 2025-2026, 2024-2025, 2023-2024, and 2022-2023.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Department Performance Matrix: Comparative leaderboard ranking all 10 branches (CSE, ECE, EEE, MECH, CIVIL, IT, CSM, CSD, AID, CIC).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Year-over-Year Growth Comparison: 5-Year longitudinal audit visualizer comparing volunteer participation curves.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AY Top Volunteers Leaderboard: Recognizes highest point earners and service hour contributors in the academic cycle.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1-Click Institutional Report (CSV): Instant download of the full institutional academic year report formatted for accreditation.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2: Year-Wise Financial Reports &amp; Audit Ledger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 accountability, budget utilization tracking &amp; itemized transaction ledgers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Allocated Budget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A5E9"/>
                </a:solidFill>
              </a:rPr>
              <a:t>₹1,50,000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Annual Institutional Allocation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Incurred Expenses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</a:rPr>
              <a:t>₹95,400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2044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63.6% Budget Utilized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Sponsorships / Inflows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</a:rPr>
              <a:t>₹40,000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Donations &amp; Partner Funds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52560" y="1371600"/>
            <a:ext cx="2651760" cy="1463040"/>
          </a:xfrm>
          <a:prstGeom prst="roundRect">
            <a:avLst>
              <a:gd name="adj" fmla="val 9375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15087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</a:rPr>
              <a:t>Remaining Balance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9720" y="1783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</a:rPr>
              <a:t>₹94,600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89720" y="23774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Available for Upcoming Drives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017520"/>
            <a:ext cx="5394960" cy="310896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200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📊 Expense Category Matrix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Event Logistics &amp; Venue Setup: ₹32,000 (34%)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Refreshments &amp; Volunteer Food: ₹24,500 (26%)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Medical &amp; First Aid Supplies: ₹18,200 (19%)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Transportation &amp; Fuel: ₹12,000 (12%)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Printing, Banners &amp; Certificates: ₹8,700 (9%)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0" y="3017520"/>
            <a:ext cx="5394960" cy="310896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200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</a:rPr>
              <a:t>📑 Auditing &amp; Compliance Features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65760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Year-over-Year Audit Comparisons: Track budget trends across multiple academic years.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Digital Receipt Storage: Attach and preview verified invoice URLs directly in the transaction ledger.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Multi-Branch Accounting: Scope finances to specific departments or central unit.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1-Click Financial Audit CSV: Download itemized spreadsheets for university auditors.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3: Unit-Wise Event Operations &amp; Photo Galleries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Departmental campaign canvas, client-side photo compression &amp; public lightbox showcase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Unit Scoping &amp; Tagging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0574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Faculty Coordinators launch campaigns tagged under their departmental branch (e.g. CSE Unit, ECE Unit). Volunteers can filter drives by their branch.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</a:rPr>
              <a:t>Client-Side Image Compression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0574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High-resolution drive photos are compressed in-browser (JPEG 0.8 quality, 1024px max) before uploading, preventing cloud storage timeouts and lag.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114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Interactive Photo Gallery &amp; Lightbox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Event details include high-res photo albums with captions, upload timestamps, and coordinator attribution accessible to all volunteers.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4114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Visitor Directory Integration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45262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Photos uploaded by unit faculty coordinators automatically feed into the public visitor activity stream with department badges.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4: Anti-Proxy QR Attendance Gate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Tamper-resistant digital attendance gate with automated service hour calculations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438912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1. Dynamic QR Display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Faculty Coordinator projects a time-sensitive dynamic QR code during live drives.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463040"/>
            <a:ext cx="2651760" cy="438912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1737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2. Mobile Camera Scan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Student volunteer scans the projected QR code directly from their mobile camera in /student/events.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651760" cy="438912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3. Physical Verification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37744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System checks active registration, verifies single-scan validity, and blocks proxy attempts.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52560" y="1463040"/>
            <a:ext cx="2651760" cy="4389120"/>
          </a:xfrm>
          <a:prstGeom prst="roundRect">
            <a:avLst>
              <a:gd name="adj" fmla="val 6897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89720" y="1737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4. Service Hour Credit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89720" y="2377440"/>
            <a:ext cx="2377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Automatically logs verified presence and credits +3 community service hours to the student transcript.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5: Dynamic Custom Form Builder &amp; Submissions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drag-and-drop forms, multi-stage approval workflows &amp; visual response analytics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</a:rPr>
              <a:t>18+ Input Field Types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0574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Short text, paragraphs, single select, multi-select checkboxes, rating scales, linear 1-10 scales, yes/no toggles, and file attachments.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Publishing Lifecycle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0574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Full draft-to-archive governance (DRAFT ➔ PUBLISHED ➔ CLOSED) with strict branch targeting and department visibility controls.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114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Multi-Stage Review Workflow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Coordinators review submissions, append audit notes, and mark responses as APPROVED, UNDER_REVIEW, or REJECTED.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4114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</a:rPr>
              <a:t>Visual Analytics &amp; Excel Export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45262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Real-time response distribution charts, summary metrics, and 1-click export to .xlsx Excel spreadsheets.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6: Faculty Leadership Showcase &amp; Public Directory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transparency showcasing leadership vision, unit officers &amp; volunteer achievements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5195"/>
            </a:avLst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4592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</a:rPr>
              <a:t>Program Coordinator Spotlight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194560"/>
            <a:ext cx="31546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Institutional leadership vision &amp; message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Official profile photo &amp; designation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Key achievements &amp; milestones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Publicly featured on Home Page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463040"/>
            <a:ext cx="3520440" cy="4572000"/>
          </a:xfrm>
          <a:prstGeom prst="roundRect">
            <a:avLst>
              <a:gd name="adj" fmla="val 5195"/>
            </a:avLst>
          </a:prstGeom>
          <a:solidFill>
            <a:srgbClr val="1E293B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164592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Program Officers (POs) Directory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26280" y="2194560"/>
            <a:ext cx="31546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Department coordinators for all 10 branches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Direct email &amp; employee affiliations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Unit badges (CSE, ECE, MECH, etc.)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Dynamic Admin Manager (/admin/faculty-desk)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463040"/>
            <a:ext cx="3520440" cy="4572000"/>
          </a:xfrm>
          <a:prstGeom prst="roundRect">
            <a:avLst>
              <a:gd name="adj" fmla="val 5195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64592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Public Visitor Transparency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2194560"/>
            <a:ext cx="31546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Open impact metrics for parents &amp; auditors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Verified volunteer roster with achievement tiers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Activity photo stream with unit badges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Zero private contact leak (privacy compliant)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7: Gamified Portfolios &amp; Government myBharat Sync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Motivating student community service with tiered recognition and official government integration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2651760" cy="18288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9050">
            <a:solidFill>
              <a:srgbClr val="CD7F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45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D7F32"/>
                </a:solidFill>
              </a:rPr>
              <a:t>🥉 Bronze Tier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&lt; 50 Points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Entry-level participation in campus drives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83280" y="1463040"/>
            <a:ext cx="2651760" cy="18288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9050">
            <a:solidFill>
              <a:srgbClr val="C0C0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645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C0C0"/>
                </a:solidFill>
              </a:rPr>
              <a:t>🥈 Silver Tier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2044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50 – 149 Points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3774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Active volunteer contributing across multiple camps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51760" cy="18288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9050">
            <a:solidFill>
              <a:srgbClr val="FFD7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1645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00"/>
                </a:solidFill>
              </a:rPr>
              <a:t>🥇 Gold Tier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150 – 299 Points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Distinguished volunteer &amp; drive coordinator lead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052560" y="1463040"/>
            <a:ext cx="2651760" cy="182880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9050">
            <a:solidFill>
              <a:srgbClr val="00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1645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FF"/>
                </a:solidFill>
              </a:rPr>
              <a:t>💎 Platinum Tier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8972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300+ Points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89720" y="23774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Exceptional institutional social impact awardee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566160"/>
            <a:ext cx="11091672" cy="2560320"/>
          </a:xfrm>
          <a:prstGeom prst="roundRect">
            <a:avLst>
              <a:gd name="adj" fmla="val 7143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37490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🏛️ Official Government myBharat Portal Integration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myBharat ID Synchronization: Volunteers can link and verify their official national myBharat Government volunteer IDs.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Verified Certificate Repository: Direct cloud storage and verification of government-issued NSS camp certificates.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Printable Institutional Service Record: 1-Click PDF/print transcript summarizing total service hours, camps, and achievements.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38912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Script &amp; Access Credentials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presentation script and pre-configured access accounts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601200" y="548640"/>
            <a:ext cx="1828800" cy="457200"/>
          </a:xfrm>
          <a:prstGeom prst="roundRect">
            <a:avLst>
              <a:gd name="adj" fmla="val 40000"/>
            </a:avLst>
          </a:prstGeom>
          <a:solidFill>
            <a:srgbClr val="064E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0" y="5486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</a:rPr>
              <a:t>VVITU NSS ERP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Vasireddy Venkatadri Institute of Technology (Autonomous) • NSS ERP Portal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</a:rPr>
              <a:t>🎬 10-Minute Presentation Script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01168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1. Public Visitor Portal (/visitor): Show faculty leadership spotlight, activity feed &amp; branch directories.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2. Admin AY Monitoring (/admin/monitoring): Switch academic years, show department matrix &amp; export CSV.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3. Financial Audit Ledger (/admin/finance): Demonstrate budget vs spend meters, category breakdowns &amp; receipts.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4. Faculty Coordinator (/faculty/events): Show unit event updates, photo compressor &amp; attendance viewer.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5. Student Volunteer View (/student/events): Demonstrate mobile camera QR attendance scanner &amp; portfolio.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94960" cy="475488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</a:rPr>
              <a:t>🔑 Pre-Configured Demo Accounts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201168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System Admin 1: admin1@erp.com / Admin@12345 (Master Governance)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System Admin 2: admin2@erp.com / Admin@12345 (Operations &amp; Finance)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Faculty Coordinator (CSE): faculty.cse@erp.com / Faculty@12345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Faculty Coordinator (ECE): faculty.ece@erp.com / Faculty@12345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Student Coordinator: lead.cse1@erp.com / Student@12345 (Branch Lead)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</a:rPr>
              <a:t>• Student Volunteer: student.cse1@erp.com / Student@12345 (Volunteer)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Vasireddy Venkatadri Institute of Technology (Autonomous)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VVITU NSS ERP — Institutional Resource Planning &amp; Monitoring Portal</dc:title>
  <dc:subject>PptxGenJS Presentation</dc:subject>
  <dc:creator>Bhuvana Mohan Chowdary</dc:creator>
  <cp:lastModifiedBy>Bhuvana Mohan Chowdary</cp:lastModifiedBy>
  <cp:revision>1</cp:revision>
  <dcterms:created xsi:type="dcterms:W3CDTF">2026-09-01T07:47:57Z</dcterms:created>
  <dcterms:modified xsi:type="dcterms:W3CDTF">2026-09-01T07:47:57Z</dcterms:modified>
</cp:coreProperties>
</file>